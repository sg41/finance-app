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3" r:id="rId4"/>
    <p:sldId id="262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AEFF"/>
    <a:srgbClr val="D9D9D9"/>
    <a:srgbClr val="8950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68"/>
  </p:normalViewPr>
  <p:slideViewPr>
    <p:cSldViewPr snapToGrid="0">
      <p:cViewPr>
        <p:scale>
          <a:sx n="71" d="100"/>
          <a:sy n="71" d="100"/>
        </p:scale>
        <p:origin x="1456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DC8B6B-2B62-54CB-733C-700727650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ACF6200-05C0-C06B-A1B9-725E48560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227BD0-16BC-9546-F7C0-E8AF1692A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D56BE0-5140-26ED-36B4-CFBFC007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154A65-2B73-11D3-EF4E-793C27400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39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1319DF-3FDE-822D-FBC2-5DC70595C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95D959-9D57-CCC5-5E50-3CB7B8088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3F0074-F3BB-A874-8EA9-CDF8AA495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E87051-DE15-B77E-AD49-B12BBC4C5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C9535A-D48F-3894-91E8-D6B0A830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6455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D9EC1C-A262-A179-1758-1F6088351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14ACB1-4422-B9A2-462C-90FEB771D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40A69C-ACE3-4CDC-4535-030132D02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06AB51-D6D4-9249-1DA5-2874BB56B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E5B351-4373-3F8F-460E-B454A0814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4862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C6D7B7-A818-5DDD-39A9-77E39D1B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26A3CC-DF92-F788-5903-C8E499DB53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C82CC1-DD6E-6128-6C20-36D9E107C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88CD49-265C-83C6-6483-30842E12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CB1E6A-09F1-47E9-5826-FB548CA8F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56B788-6E29-1D1D-0714-41DE9D02D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2811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7256ED-8305-652E-98E2-4F07CF459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C4945B-F738-63AD-9FF8-FD195C83C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D9AFD2-FE46-94EC-BC81-32371B0BD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F20FC34-AA7E-BEAC-2242-B7430A427C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8A57A23-87EE-150E-6E5C-2BF095A190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5EA8A1F-C35A-089F-8B2F-AAD428E4D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920B8E6-FD2E-2810-B4A7-8E5D5A7BF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C059CBE-DCD2-BCB9-2AD9-E8B9B610F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6345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526CE-C450-5BDB-41B4-CE6B4C9A7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A96E399-005E-DB17-F994-6200849D4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17F8B3-7133-6BDF-0F91-1B670F73C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58BBAD7-8DD0-0462-DE12-D8A38678E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8047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C9305E0-DEB8-F068-BD63-E3C1C3FDD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10CC545-AF15-4935-D7F3-279C609B0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79C818-B85A-2387-D256-DC5A0C707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638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2C70AF-51CC-707A-D6AB-7B699C576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90D52E-FEE2-6B16-2DED-A537C1A10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87B1B09-F14E-97DD-BE40-330F5DC25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88AAD7-E469-7181-C9EB-6DA9E6791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261F98-5677-5F23-EC6E-D59E7DB41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580FEA-4B06-ACAB-69B7-C3BE2C1E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2825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7E79E0-6222-9339-8698-4511BED96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B55115D-31DE-385E-1DC8-1A3208A37A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ADE8B7F-DE74-ADEA-A846-91ADA1509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0FC8A9-CE85-FE3C-5F51-C43D2E5DB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59B1C9-F49D-2D33-4FC8-7CA1426B8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ED2A4E-743D-F5BA-AC24-C60CCEDB5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824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DC5ADB-8159-745F-A86B-0DF0702AF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7C927A-1C6F-DC83-294C-55634A102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433EB2-1B36-B47C-E071-6F670221F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F53DAA-901A-CF60-A44C-1ED40066C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F6F01D-61FC-C8AB-3B9B-0C0A1671C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720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A0B5319-BC45-C5FC-281C-5232929B46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60CF44-E569-F0CB-4877-0B80EEF16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388E68-2F06-D352-6911-30003DF69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4E17-2AD6-A64C-AD07-B43B6438BF5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1E05E6-A167-E070-169D-4D0033407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8958D2-CE95-5E22-B07A-E1BF7E57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1791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F6B0BE-0A2D-DEA5-1B70-1FDE9BEF6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1A5C49-1B61-6879-5FF0-0A5059E94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5647BE-E66A-2AAB-0597-BCA389DCAF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4F4E17-2AD6-A64C-AD07-B43B6438BF55}" type="datetimeFigureOut">
              <a:rPr lang="ru-RU" smtClean="0"/>
              <a:t>23.10.2025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AEDF19-3F2D-2E78-E417-08CD19F1A1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9A3E76-89C7-199D-D068-0AFFDF1B6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17359F-FBAC-AD41-9ECF-5A89D6F46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580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367D8DE-879F-90FB-5C7A-203A59DE9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58" y="1545201"/>
            <a:ext cx="7772400" cy="920229"/>
          </a:xfrm>
          <a:prstGeom prst="rect">
            <a:avLst/>
          </a:prstGeom>
        </p:spPr>
      </p:pic>
      <p:pic>
        <p:nvPicPr>
          <p:cNvPr id="17" name="Рисунок 16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FBD5AB9-AE23-548A-D457-83EC2E1E5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58" y="382387"/>
            <a:ext cx="6544192" cy="92022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5AF232E-F400-CDF4-F648-50E2C41FADB6}"/>
              </a:ext>
            </a:extLst>
          </p:cNvPr>
          <p:cNvSpPr txBox="1"/>
          <p:nvPr/>
        </p:nvSpPr>
        <p:spPr>
          <a:xfrm>
            <a:off x="923409" y="382387"/>
            <a:ext cx="40576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ТРЕК ХХХ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6C0EFA-1A50-1BCD-0743-A037D69CCBF6}"/>
              </a:ext>
            </a:extLst>
          </p:cNvPr>
          <p:cNvSpPr txBox="1"/>
          <p:nvPr/>
        </p:nvSpPr>
        <p:spPr>
          <a:xfrm>
            <a:off x="899870" y="1542100"/>
            <a:ext cx="65441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КОМАНДА ХХХ</a:t>
            </a: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2D7011A4-879E-FD43-0C5B-181F968280FF}"/>
              </a:ext>
            </a:extLst>
          </p:cNvPr>
          <p:cNvSpPr/>
          <p:nvPr/>
        </p:nvSpPr>
        <p:spPr>
          <a:xfrm>
            <a:off x="389921" y="3412085"/>
            <a:ext cx="1908290" cy="1909523"/>
          </a:xfrm>
          <a:prstGeom prst="ellipse">
            <a:avLst/>
          </a:prstGeom>
          <a:solidFill>
            <a:srgbClr val="D9D9D9"/>
          </a:solidFill>
          <a:ln w="57150">
            <a:solidFill>
              <a:srgbClr val="05A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C66C182-1ED4-BDA8-EEF5-9987F7639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58" y="5136378"/>
            <a:ext cx="2022415" cy="43952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F0DFC24-9F42-517F-8CB0-C7EF71756778}"/>
              </a:ext>
            </a:extLst>
          </p:cNvPr>
          <p:cNvSpPr txBox="1"/>
          <p:nvPr/>
        </p:nvSpPr>
        <p:spPr>
          <a:xfrm>
            <a:off x="446983" y="5162665"/>
            <a:ext cx="1908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Имя Фамилия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93904F-1F49-1076-C7B6-7356C989D5AF}"/>
              </a:ext>
            </a:extLst>
          </p:cNvPr>
          <p:cNvSpPr txBox="1"/>
          <p:nvPr/>
        </p:nvSpPr>
        <p:spPr>
          <a:xfrm>
            <a:off x="866346" y="5602191"/>
            <a:ext cx="1908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Роль</a:t>
            </a:r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5206C958-F7DD-D02D-25A3-D14CDE87B119}"/>
              </a:ext>
            </a:extLst>
          </p:cNvPr>
          <p:cNvSpPr/>
          <p:nvPr/>
        </p:nvSpPr>
        <p:spPr>
          <a:xfrm>
            <a:off x="2851878" y="3437809"/>
            <a:ext cx="1908290" cy="1909523"/>
          </a:xfrm>
          <a:prstGeom prst="ellipse">
            <a:avLst/>
          </a:prstGeom>
          <a:solidFill>
            <a:srgbClr val="D9D9D9"/>
          </a:solidFill>
          <a:ln w="57150">
            <a:solidFill>
              <a:srgbClr val="05A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4" name="Рисунок 33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F118C60-2A47-632B-D2DE-CE6CD5E13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815" y="5162102"/>
            <a:ext cx="2022415" cy="43952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D9B89CD-D910-E59D-5BCC-8CDA6100396E}"/>
              </a:ext>
            </a:extLst>
          </p:cNvPr>
          <p:cNvSpPr txBox="1"/>
          <p:nvPr/>
        </p:nvSpPr>
        <p:spPr>
          <a:xfrm>
            <a:off x="2908940" y="5188389"/>
            <a:ext cx="1908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Имя Фамилия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C56A1C-AB3C-7268-4AA7-F754FAF9FB77}"/>
              </a:ext>
            </a:extLst>
          </p:cNvPr>
          <p:cNvSpPr txBox="1"/>
          <p:nvPr/>
        </p:nvSpPr>
        <p:spPr>
          <a:xfrm>
            <a:off x="3328303" y="5627915"/>
            <a:ext cx="1908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Роль</a:t>
            </a:r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9D114EBB-054D-F0B4-F6EC-73B49046A84B}"/>
              </a:ext>
            </a:extLst>
          </p:cNvPr>
          <p:cNvSpPr/>
          <p:nvPr/>
        </p:nvSpPr>
        <p:spPr>
          <a:xfrm>
            <a:off x="5236593" y="3446618"/>
            <a:ext cx="1908290" cy="1909523"/>
          </a:xfrm>
          <a:prstGeom prst="ellipse">
            <a:avLst/>
          </a:prstGeom>
          <a:solidFill>
            <a:srgbClr val="D9D9D9"/>
          </a:solidFill>
          <a:ln w="57150">
            <a:solidFill>
              <a:srgbClr val="05A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8" name="Рисунок 37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2845D5A-56B6-6734-C6D0-509D4764D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530" y="5170911"/>
            <a:ext cx="2022415" cy="43952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168B099E-0C88-365C-280A-09A1939DE48D}"/>
              </a:ext>
            </a:extLst>
          </p:cNvPr>
          <p:cNvSpPr txBox="1"/>
          <p:nvPr/>
        </p:nvSpPr>
        <p:spPr>
          <a:xfrm>
            <a:off x="5293655" y="5197198"/>
            <a:ext cx="1908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Имя Фамилия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516AB0-9F68-D6FF-B8CE-202B2395CF45}"/>
              </a:ext>
            </a:extLst>
          </p:cNvPr>
          <p:cNvSpPr txBox="1"/>
          <p:nvPr/>
        </p:nvSpPr>
        <p:spPr>
          <a:xfrm>
            <a:off x="5713018" y="5636724"/>
            <a:ext cx="1908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Роль</a:t>
            </a:r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134AD098-D291-1F12-D7A9-0EF0FCAC86B3}"/>
              </a:ext>
            </a:extLst>
          </p:cNvPr>
          <p:cNvSpPr/>
          <p:nvPr/>
        </p:nvSpPr>
        <p:spPr>
          <a:xfrm>
            <a:off x="7621308" y="3446618"/>
            <a:ext cx="1908290" cy="1909523"/>
          </a:xfrm>
          <a:prstGeom prst="ellipse">
            <a:avLst/>
          </a:prstGeom>
          <a:solidFill>
            <a:srgbClr val="D9D9D9"/>
          </a:solidFill>
          <a:ln w="57150">
            <a:solidFill>
              <a:srgbClr val="05A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2" name="Рисунок 41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C380E33-B313-A21D-1242-920127047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245" y="5170911"/>
            <a:ext cx="2022415" cy="439526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C9EA54CE-1814-7C1A-3819-B30280E436B1}"/>
              </a:ext>
            </a:extLst>
          </p:cNvPr>
          <p:cNvSpPr txBox="1"/>
          <p:nvPr/>
        </p:nvSpPr>
        <p:spPr>
          <a:xfrm>
            <a:off x="7678370" y="5197198"/>
            <a:ext cx="1908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Имя Фамилия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CA0A19-DB6C-8C19-19C9-F66E1F739B5D}"/>
              </a:ext>
            </a:extLst>
          </p:cNvPr>
          <p:cNvSpPr txBox="1"/>
          <p:nvPr/>
        </p:nvSpPr>
        <p:spPr>
          <a:xfrm>
            <a:off x="8097733" y="5636724"/>
            <a:ext cx="1908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Роль</a:t>
            </a:r>
          </a:p>
        </p:txBody>
      </p:sp>
      <p:sp>
        <p:nvSpPr>
          <p:cNvPr id="45" name="Овал 44">
            <a:extLst>
              <a:ext uri="{FF2B5EF4-FFF2-40B4-BE49-F238E27FC236}">
                <a16:creationId xmlns:a16="http://schemas.microsoft.com/office/drawing/2014/main" id="{A6DDE843-0BBB-0CDB-7D2B-9F141FF5CEB4}"/>
              </a:ext>
            </a:extLst>
          </p:cNvPr>
          <p:cNvSpPr/>
          <p:nvPr/>
        </p:nvSpPr>
        <p:spPr>
          <a:xfrm>
            <a:off x="9948960" y="3437809"/>
            <a:ext cx="1908290" cy="1909523"/>
          </a:xfrm>
          <a:prstGeom prst="ellipse">
            <a:avLst/>
          </a:prstGeom>
          <a:solidFill>
            <a:srgbClr val="D9D9D9"/>
          </a:solidFill>
          <a:ln w="57150">
            <a:solidFill>
              <a:srgbClr val="05A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6" name="Рисунок 45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855260C-0F61-EA30-00FC-3CF02777D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1897" y="5162102"/>
            <a:ext cx="2022415" cy="439526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FD79275D-C174-F92B-2715-A6A73546B0C7}"/>
              </a:ext>
            </a:extLst>
          </p:cNvPr>
          <p:cNvSpPr txBox="1"/>
          <p:nvPr/>
        </p:nvSpPr>
        <p:spPr>
          <a:xfrm>
            <a:off x="10006022" y="5188389"/>
            <a:ext cx="1908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Имя Фамилия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503F3F-5CE3-51E2-462F-80C9346D0EB1}"/>
              </a:ext>
            </a:extLst>
          </p:cNvPr>
          <p:cNvSpPr txBox="1"/>
          <p:nvPr/>
        </p:nvSpPr>
        <p:spPr>
          <a:xfrm>
            <a:off x="10425385" y="5627915"/>
            <a:ext cx="1908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Роль</a:t>
            </a:r>
          </a:p>
        </p:txBody>
      </p:sp>
      <p:pic>
        <p:nvPicPr>
          <p:cNvPr id="4" name="Рисунок 3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AC3CC2D-9ABB-468E-E812-A6FF7C1DDA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2849"/>
          <a:stretch>
            <a:fillRect/>
          </a:stretch>
        </p:blipFill>
        <p:spPr>
          <a:xfrm>
            <a:off x="9242922" y="476426"/>
            <a:ext cx="2268040" cy="66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9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442FF-B362-8DC7-8E54-12EDE77E5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552B4BF-A64F-6CC2-BE9C-9055DB5BA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335526"/>
            <a:ext cx="7172325" cy="942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9C84DB-4CEA-10B6-2AB2-59DE93D932A3}"/>
              </a:ext>
            </a:extLst>
          </p:cNvPr>
          <p:cNvSpPr txBox="1"/>
          <p:nvPr/>
        </p:nvSpPr>
        <p:spPr>
          <a:xfrm>
            <a:off x="923409" y="384754"/>
            <a:ext cx="51725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ЗАГОЛОВОК</a:t>
            </a:r>
          </a:p>
        </p:txBody>
      </p:sp>
      <p:sp>
        <p:nvSpPr>
          <p:cNvPr id="7" name="Параллелограмм 6">
            <a:extLst>
              <a:ext uri="{FF2B5EF4-FFF2-40B4-BE49-F238E27FC236}">
                <a16:creationId xmlns:a16="http://schemas.microsoft.com/office/drawing/2014/main" id="{256320BB-3445-FA62-D7C2-1B1CDCED11DA}"/>
              </a:ext>
            </a:extLst>
          </p:cNvPr>
          <p:cNvSpPr/>
          <p:nvPr/>
        </p:nvSpPr>
        <p:spPr>
          <a:xfrm>
            <a:off x="414338" y="1644071"/>
            <a:ext cx="5414962" cy="4829175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996DA8B3-E1A5-DA52-0C1F-510596F0D477}"/>
              </a:ext>
            </a:extLst>
          </p:cNvPr>
          <p:cNvSpPr/>
          <p:nvPr/>
        </p:nvSpPr>
        <p:spPr>
          <a:xfrm>
            <a:off x="6096000" y="1644070"/>
            <a:ext cx="5414962" cy="4829175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F196A89-1B79-6F97-AA64-4E214CF330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849"/>
          <a:stretch>
            <a:fillRect/>
          </a:stretch>
        </p:blipFill>
        <p:spPr>
          <a:xfrm>
            <a:off x="9242922" y="476426"/>
            <a:ext cx="2268040" cy="66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997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16F2C-CF96-061A-E99A-160E32EF1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FC79E97-B000-7924-D876-95ED6BB2F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335526"/>
            <a:ext cx="7172325" cy="942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54C0F8-34CC-778B-5E2C-FD042010B7DD}"/>
              </a:ext>
            </a:extLst>
          </p:cNvPr>
          <p:cNvSpPr txBox="1"/>
          <p:nvPr/>
        </p:nvSpPr>
        <p:spPr>
          <a:xfrm>
            <a:off x="923409" y="384754"/>
            <a:ext cx="51725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ЗАГОЛОВОК</a:t>
            </a:r>
          </a:p>
        </p:txBody>
      </p:sp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A2ACAD57-1D19-1FF5-874D-A1C046F1ADDA}"/>
              </a:ext>
            </a:extLst>
          </p:cNvPr>
          <p:cNvSpPr/>
          <p:nvPr/>
        </p:nvSpPr>
        <p:spPr>
          <a:xfrm>
            <a:off x="5805489" y="1644071"/>
            <a:ext cx="5972173" cy="4829175"/>
          </a:xfrm>
          <a:prstGeom prst="parallelogram">
            <a:avLst>
              <a:gd name="adj" fmla="val 1893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0FBD5-C1CA-CD29-6705-7B5C07ACFE5F}"/>
              </a:ext>
            </a:extLst>
          </p:cNvPr>
          <p:cNvSpPr txBox="1"/>
          <p:nvPr/>
        </p:nvSpPr>
        <p:spPr>
          <a:xfrm>
            <a:off x="414338" y="4922036"/>
            <a:ext cx="522922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 этом году ВТБ проводит </a:t>
            </a:r>
            <a:r>
              <a:rPr lang="e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VTB API hackathon 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 пятый раз. Присоединяйтесь, чтобы решать практические и супер актуальные для российского рынка задачи с применением открытых программных интерфейсов! Предложите концепцию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мультибанковского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сервиса с потенциалом монетизации, анализируйте уязвимости, тестируйте процессы и бизнес-сценарии вместе с нами!</a:t>
            </a:r>
          </a:p>
        </p:txBody>
      </p:sp>
      <p:pic>
        <p:nvPicPr>
          <p:cNvPr id="2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1E8545E-2D46-E37F-F20B-84DE30598C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849"/>
          <a:stretch>
            <a:fillRect/>
          </a:stretch>
        </p:blipFill>
        <p:spPr>
          <a:xfrm>
            <a:off x="9242922" y="476426"/>
            <a:ext cx="2268040" cy="66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422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C626-63EA-9FE6-C2E5-0D15C0FF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снимок экрана, синий, Цвет электрик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BBD7B2-DAA0-C602-1DDB-D19DF0C1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335526"/>
            <a:ext cx="7172325" cy="942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A09478-E726-F2C1-1294-C885963040B1}"/>
              </a:ext>
            </a:extLst>
          </p:cNvPr>
          <p:cNvSpPr txBox="1"/>
          <p:nvPr/>
        </p:nvSpPr>
        <p:spPr>
          <a:xfrm>
            <a:off x="923409" y="384754"/>
            <a:ext cx="51725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ЗАГОЛОВОК</a:t>
            </a:r>
          </a:p>
        </p:txBody>
      </p:sp>
      <p:sp>
        <p:nvSpPr>
          <p:cNvPr id="7" name="Параллелограмм 6">
            <a:extLst>
              <a:ext uri="{FF2B5EF4-FFF2-40B4-BE49-F238E27FC236}">
                <a16:creationId xmlns:a16="http://schemas.microsoft.com/office/drawing/2014/main" id="{B544B513-CCAA-50E9-914A-FF8C51A37EAA}"/>
              </a:ext>
            </a:extLst>
          </p:cNvPr>
          <p:cNvSpPr/>
          <p:nvPr/>
        </p:nvSpPr>
        <p:spPr>
          <a:xfrm>
            <a:off x="414337" y="1644071"/>
            <a:ext cx="11344275" cy="4829175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60AD37-9C1F-D933-5FAB-72ADFC8F69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849"/>
          <a:stretch>
            <a:fillRect/>
          </a:stretch>
        </p:blipFill>
        <p:spPr>
          <a:xfrm>
            <a:off x="9242922" y="476426"/>
            <a:ext cx="2268040" cy="66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248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71</Words>
  <Application>Microsoft Macintosh PowerPoint</Application>
  <PresentationFormat>Широкоэкранный</PresentationFormat>
  <Paragraphs>16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Яна Аксанова</dc:creator>
  <cp:lastModifiedBy>Яна Аксанова</cp:lastModifiedBy>
  <cp:revision>2</cp:revision>
  <dcterms:created xsi:type="dcterms:W3CDTF">2025-10-21T16:40:14Z</dcterms:created>
  <dcterms:modified xsi:type="dcterms:W3CDTF">2025-10-23T08:59:09Z</dcterms:modified>
</cp:coreProperties>
</file>